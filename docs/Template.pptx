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431" r:id="rId3"/>
    <p:sldId id="264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27" autoAdjust="0"/>
    <p:restoredTop sz="94660"/>
  </p:normalViewPr>
  <p:slideViewPr>
    <p:cSldViewPr snapToGrid="0">
      <p:cViewPr varScale="1">
        <p:scale>
          <a:sx n="96" d="100"/>
          <a:sy n="96" d="100"/>
        </p:scale>
        <p:origin x="60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04520" y="872981"/>
            <a:ext cx="5097153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62477" y="2828564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462477" y="3754510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ctrTitle"/>
          </p:nvPr>
        </p:nvSpPr>
        <p:spPr>
          <a:xfrm>
            <a:off x="675575" y="2280335"/>
            <a:ext cx="5097153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sz="8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/>
          <p:nvPr/>
        </p:nvSpPr>
        <p:spPr>
          <a:xfrm>
            <a:off x="462477" y="3754510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665018"/>
            <a:ext cx="10515600" cy="102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87182" cy="409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-1"/>
            <a:ext cx="12190680" cy="685874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838200" y="600364"/>
            <a:ext cx="10515600" cy="109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020849" y="-1357024"/>
            <a:ext cx="415030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526473"/>
            <a:ext cx="10515600" cy="11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546965" y="2755236"/>
            <a:ext cx="4323027" cy="2196547"/>
            <a:chOff x="9053984" y="1699317"/>
            <a:chExt cx="3190929" cy="180071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4501" b="89667" l="68896" r="97214">
                          <a14:foregroundMark x1="86018" y1="75306" x2="85461" y2="59895"/>
                          <a14:foregroundMark x1="91895" y1="60245" x2="92401" y2="74781"/>
                          <a14:foregroundMark x1="91895" y1="85814" x2="88349" y2="78809"/>
                          <a14:foregroundMark x1="85258" y1="86165" x2="89767" y2="86165"/>
                          <a14:foregroundMark x1="85917" y1="83888" x2="88197" y2="80210"/>
                          <a14:foregroundMark x1="85562" y1="83713" x2="87893" y2="77933"/>
                          <a14:foregroundMark x1="76798" y1="86865" x2="75785" y2="77233"/>
                          <a14:foregroundMark x1="76900" y1="83187" x2="77052" y2="80385"/>
                          <a14:foregroundMark x1="74671" y1="80911" x2="74772" y2="81436"/>
                          <a14:foregroundMark x1="83384" y1="63398" x2="83384" y2="63398"/>
                          <a14:foregroundMark x1="83789" y1="67776" x2="83789" y2="69002"/>
                          <a14:foregroundMark x1="90426" y1="67250" x2="90476" y2="69177"/>
                          <a14:foregroundMark x1="71530" y1="54641" x2="71631" y2="56392"/>
                          <a14:foregroundMark x1="87791" y1="76708" x2="91033" y2="76532"/>
                          <a14:foregroundMark x1="87538" y1="76708" x2="86424" y2="80736"/>
                          <a14:foregroundMark x1="74367" y1="88091" x2="74924" y2="82487"/>
                          <a14:foregroundMark x1="82827" y1="38179" x2="83789" y2="40105"/>
                          <a14:backgroundMark x1="83587" y1="65324" x2="83587" y2="65324"/>
                          <a14:backgroundMark x1="79129" y1="51138" x2="79129" y2="51138"/>
                          <a14:backgroundMark x1="78065" y1="51664" x2="80243" y2="49037"/>
                          <a14:backgroundMark x1="84043" y1="51839" x2="86474" y2="53940"/>
                          <a14:backgroundMark x1="85461" y1="47285" x2="85765" y2="50263"/>
                          <a14:backgroundMark x1="83587" y1="49737" x2="83688" y2="58844"/>
                          <a14:backgroundMark x1="89970" y1="69177" x2="89919" y2="62872"/>
                          <a14:backgroundMark x1="93617" y1="68301" x2="93870" y2="65324"/>
                          <a14:backgroundMark x1="87893" y1="61121" x2="85258" y2="54291"/>
                          <a14:backgroundMark x1="90578" y1="56743" x2="90578" y2="57443"/>
                          <a14:backgroundMark x1="77356" y1="51664" x2="77558" y2="50263"/>
                          <a14:backgroundMark x1="77558" y1="47461" x2="76950" y2="49562"/>
                          <a14:backgroundMark x1="80648" y1="65849" x2="80648" y2="69002"/>
                          <a14:backgroundMark x1="80395" y1="57443" x2="80446" y2="760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493" t="34114" r="3638" b="23955"/>
            <a:stretch/>
          </p:blipFill>
          <p:spPr>
            <a:xfrm>
              <a:off x="9395138" y="1699317"/>
              <a:ext cx="2849775" cy="15114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4501" b="89667" l="68896" r="97214">
                          <a14:foregroundMark x1="86018" y1="75306" x2="85461" y2="59895"/>
                          <a14:foregroundMark x1="91895" y1="60245" x2="92401" y2="74781"/>
                          <a14:foregroundMark x1="91895" y1="85814" x2="88349" y2="78809"/>
                          <a14:foregroundMark x1="85258" y1="86165" x2="89767" y2="86165"/>
                          <a14:foregroundMark x1="85917" y1="83888" x2="88197" y2="80210"/>
                          <a14:foregroundMark x1="85562" y1="83713" x2="87893" y2="77933"/>
                          <a14:foregroundMark x1="76798" y1="86865" x2="75785" y2="77233"/>
                          <a14:foregroundMark x1="76900" y1="83187" x2="77052" y2="80385"/>
                          <a14:foregroundMark x1="74671" y1="80911" x2="74772" y2="81436"/>
                          <a14:foregroundMark x1="83384" y1="63398" x2="83384" y2="63398"/>
                          <a14:foregroundMark x1="83789" y1="67776" x2="83789" y2="69002"/>
                          <a14:foregroundMark x1="90426" y1="67250" x2="90476" y2="69177"/>
                          <a14:foregroundMark x1="71530" y1="54641" x2="71631" y2="56392"/>
                          <a14:foregroundMark x1="87791" y1="76708" x2="91033" y2="76532"/>
                          <a14:foregroundMark x1="87538" y1="76708" x2="86424" y2="80736"/>
                          <a14:foregroundMark x1="74367" y1="88091" x2="74924" y2="82487"/>
                          <a14:foregroundMark x1="82827" y1="38179" x2="83789" y2="40105"/>
                          <a14:backgroundMark x1="83587" y1="65324" x2="83587" y2="65324"/>
                          <a14:backgroundMark x1="79129" y1="51138" x2="79129" y2="51138"/>
                          <a14:backgroundMark x1="78065" y1="51664" x2="80243" y2="49037"/>
                          <a14:backgroundMark x1="84043" y1="51839" x2="86474" y2="53940"/>
                          <a14:backgroundMark x1="85461" y1="47285" x2="85765" y2="50263"/>
                          <a14:backgroundMark x1="83587" y1="49737" x2="83688" y2="58844"/>
                          <a14:backgroundMark x1="89970" y1="69177" x2="89919" y2="62872"/>
                          <a14:backgroundMark x1="93617" y1="68301" x2="93870" y2="65324"/>
                          <a14:backgroundMark x1="87893" y1="61121" x2="85258" y2="54291"/>
                          <a14:backgroundMark x1="90578" y1="56743" x2="90578" y2="57443"/>
                          <a14:backgroundMark x1="77356" y1="51664" x2="77558" y2="50263"/>
                          <a14:backgroundMark x1="77558" y1="47461" x2="76950" y2="49562"/>
                          <a14:backgroundMark x1="80648" y1="65849" x2="80648" y2="69002"/>
                          <a14:backgroundMark x1="80395" y1="57443" x2="80446" y2="760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38" t="48392" r="19156" b="23955"/>
            <a:stretch/>
          </p:blipFill>
          <p:spPr>
            <a:xfrm flipH="1">
              <a:off x="9053984" y="2496896"/>
              <a:ext cx="312265" cy="1003134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180DA1B-DA20-5BD9-8A6B-FD1E2F7E0108}"/>
              </a:ext>
            </a:extLst>
          </p:cNvPr>
          <p:cNvSpPr/>
          <p:nvPr/>
        </p:nvSpPr>
        <p:spPr>
          <a:xfrm>
            <a:off x="4477580" y="280099"/>
            <a:ext cx="633119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Agentic AI Hackathon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96A6BA-DD09-B3A9-DD96-8058D82A8A0C}"/>
              </a:ext>
            </a:extLst>
          </p:cNvPr>
          <p:cNvSpPr/>
          <p:nvPr/>
        </p:nvSpPr>
        <p:spPr>
          <a:xfrm>
            <a:off x="3749260" y="870311"/>
            <a:ext cx="590660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Supply Use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39FEAE-5B64-C75F-A998-DB1A86F31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51" y="1515941"/>
            <a:ext cx="7118567" cy="4745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3E95-9021-7646-8D1F-30F8A3F2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ctrTitle"/>
          </p:nvPr>
        </p:nvSpPr>
        <p:spPr>
          <a:xfrm>
            <a:off x="96983" y="2054193"/>
            <a:ext cx="5665914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3933</TotalTime>
  <Words>7</Words>
  <Application>Microsoft Office PowerPoint</Application>
  <PresentationFormat>Widescreen</PresentationFormat>
  <Paragraphs>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Max Station</dc:title>
  <dc:creator>kratai</dc:creator>
  <cp:lastModifiedBy>piyo khemprasit</cp:lastModifiedBy>
  <cp:revision>572</cp:revision>
  <dcterms:modified xsi:type="dcterms:W3CDTF">2025-11-12T04:22:14Z</dcterms:modified>
</cp:coreProperties>
</file>